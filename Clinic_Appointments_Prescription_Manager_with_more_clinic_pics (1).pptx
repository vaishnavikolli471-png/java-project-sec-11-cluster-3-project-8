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6T06:28:52.560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136 136,'5695'5695,"-11452"-11452,6109 6109,-766-766,402 402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6T06:29:03.797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122 122,'4741'4741,"-9592"-9592,4840 4840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6T06:29:18.952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0,'3164'3163,"-3150"-3148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6T06:29:27.125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2031 2031,'3516'3516,"-9063"-9063,9350 9350,-3797-3797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6T06:29:36.286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4905 4906,'1146'1145,"-7190"-7189,6037 6038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6T06:29:44.717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0,'3983'3983,"-7667"-7667,3672 3672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customXml" Target="../ink/ink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5" Type="http://schemas.openxmlformats.org/officeDocument/2006/relationships/image" Target="../media/image17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4.png"/><Relationship Id="rId14" Type="http://schemas.openxmlformats.org/officeDocument/2006/relationships/customXml" Target="../ink/ink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10000113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3100" b="1">
                <a:solidFill>
                  <a:srgbClr val="16314E"/>
                </a:solidFill>
                <a:latin typeface="Aptos"/>
              </a:defRPr>
            </a:pPr>
            <a:r>
              <a:t>CLINIC APPOINTMENTS &amp;</a:t>
            </a:r>
          </a:p>
          <a:p>
            <a:pPr>
              <a:spcAft>
                <a:spcPts val="700"/>
              </a:spcAft>
              <a:defRPr sz="3100" b="1">
                <a:solidFill>
                  <a:srgbClr val="16314E"/>
                </a:solidFill>
                <a:latin typeface="Aptos"/>
              </a:defRPr>
            </a:pPr>
            <a:r>
              <a:t>PRESCRIPTION MANAGER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2100" b="0">
                <a:solidFill>
                  <a:srgbClr val="2D3741"/>
                </a:solidFill>
                <a:latin typeface="Aptos"/>
              </a:defRPr>
            </a:pPr>
            <a:r>
              <a:t>VAISHNAVI. K  —  2620040020</a:t>
            </a:r>
          </a:p>
          <a:p>
            <a:pPr>
              <a:spcAft>
                <a:spcPts val="700"/>
              </a:spcAft>
              <a:defRPr sz="2100" b="0">
                <a:solidFill>
                  <a:srgbClr val="2D3741"/>
                </a:solidFill>
                <a:latin typeface="Aptos"/>
              </a:defRPr>
            </a:pPr>
            <a:r>
              <a:t>S. AISHWARYA  —  2620040059</a:t>
            </a:r>
          </a:p>
          <a:p>
            <a:pPr>
              <a:spcAft>
                <a:spcPts val="700"/>
              </a:spcAft>
              <a:defRPr sz="2100" b="0">
                <a:solidFill>
                  <a:srgbClr val="2D3741"/>
                </a:solidFill>
                <a:latin typeface="Aptos"/>
              </a:defRPr>
            </a:pPr>
            <a:r>
              <a:t>N. HARSHITHA  —  2620090115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15-10-2026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1</a:t>
            </a:r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1600200" y="530352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8B8B"/>
                </a:solidFill>
                <a:latin typeface="Aptos"/>
              </a:defRPr>
            </a:pPr>
            <a:r>
              <a:t>Java-Based Healthcare Record &amp; Appointment System</a:t>
            </a:r>
          </a:p>
        </p:txBody>
      </p:sp>
      <p:pic>
        <p:nvPicPr>
          <p:cNvPr id="12" name="Picture 11" descr="clinic_stetho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166360"/>
            <a:ext cx="822960" cy="82296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4434840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10000113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2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07720" y="1824673"/>
            <a:ext cx="4983480" cy="4160520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008B8B"/>
                </a:solidFill>
                <a:latin typeface="Aptos Display"/>
              </a:defRPr>
            </a:pPr>
            <a:r>
              <a:t>PROJECT OVERVIEW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A menu-driven Java application to organize clinic appointments and basic prescription records.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Stores patient and appointment details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Helps staff view and search records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Displays doctor details and consultation fees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Supports prescription and medicine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988" y="1946719"/>
            <a:ext cx="4983480" cy="3783393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16314E"/>
                </a:solidFill>
                <a:latin typeface="Aptos Display"/>
              </a:defRPr>
            </a:pPr>
            <a:r>
              <a:rPr dirty="0"/>
              <a:t>PROJECT OBJECTIVES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Reduce manual </a:t>
            </a:r>
            <a:r>
              <a:rPr lang="en-IN" dirty="0"/>
              <a:t>record-keeping</a:t>
            </a: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Make appointment information easier to retrieve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Keep patient, doctor and visit data structured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Demonstrate core Java programming concepts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Platform: Java console application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Users: Clinic </a:t>
            </a:r>
            <a:r>
              <a:rPr lang="en-IN" dirty="0"/>
              <a:t>staff/receptionist</a:t>
            </a:r>
            <a:endParaRPr dirty="0"/>
          </a:p>
        </p:txBody>
      </p:sp>
      <p:pic>
        <p:nvPicPr>
          <p:cNvPr id="9" name="Picture 8" descr="clinic_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166360"/>
            <a:ext cx="822960" cy="8229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4434840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10000113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Problem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3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07720" y="1646238"/>
            <a:ext cx="4983480" cy="4251960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008B8B"/>
                </a:solidFill>
                <a:latin typeface="Aptos Display"/>
              </a:defRPr>
            </a:pPr>
            <a:r>
              <a:rPr dirty="0"/>
              <a:t>PROBLEM STATEMENT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Manual clinic workflows can lead to: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Appointment details being misplaced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Slow patient-record lookup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Repeated entry of patient information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Difficulty tracking prescriptions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Confusion about doctor availability and fees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0" y="1494503"/>
            <a:ext cx="5379720" cy="4446557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16314E"/>
                </a:solidFill>
                <a:latin typeface="Aptos Display"/>
              </a:defRPr>
            </a:pPr>
            <a:r>
              <a:rPr dirty="0"/>
              <a:t>PROPOSED SOLUTION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A centralized Java program with a simple menu to: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1. Book and view appointments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2. Manage patient and doctor details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3. Record consultation/payment information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4. Create and view prescription details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5. Track medicines and feedback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Expected result: a clearer, faster clinic workflow.</a:t>
            </a:r>
          </a:p>
        </p:txBody>
      </p:sp>
      <p:pic>
        <p:nvPicPr>
          <p:cNvPr id="9" name="Picture 8" descr="clinic_prescri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166360"/>
            <a:ext cx="822960" cy="8229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4434840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10000113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1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4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36973" y="1734503"/>
            <a:ext cx="5379719" cy="4485323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008B8B"/>
                </a:solidFill>
                <a:latin typeface="Aptos Display"/>
              </a:defRPr>
            </a:pPr>
            <a:r>
              <a:rPr dirty="0"/>
              <a:t>CO 1 — PROBLEM SOLVING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Computational thinking converts clinic needs into a sequence of steps.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INPUT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Patient ID, patient name, doctor, appointment type.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PROCESS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Validate details → select doctor → calculate fee → save record.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OUTPUT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Appointment confirmation and a formatted summary.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7382" y="1734503"/>
            <a:ext cx="5138338" cy="4485322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16314E"/>
                </a:solidFill>
                <a:latin typeface="Aptos Display"/>
              </a:defRPr>
            </a:pPr>
            <a:r>
              <a:rPr dirty="0"/>
              <a:t>ALGORITHM (EXAMPLE)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1. Start the program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2. Display the main menu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3. Read the user's choice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4. Accept required patient details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5. Validate the entered information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6. Process the selected operation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7. Display the result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8. Repeat until Exit is selected</a:t>
            </a:r>
          </a:p>
        </p:txBody>
      </p:sp>
      <p:pic>
        <p:nvPicPr>
          <p:cNvPr id="9" name="Picture 8" descr="clinic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166360"/>
            <a:ext cx="822960" cy="8229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4434840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10000113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2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5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902208" y="1645920"/>
            <a:ext cx="5029200" cy="4297680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008B8B"/>
                </a:solidFill>
                <a:latin typeface="Aptos Display"/>
              </a:defRPr>
            </a:pPr>
            <a:r>
              <a:t>CO 2 — CONTROL FLOW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Selection statements make decisions: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if / if-else: validate ID and required fields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switch: route the selected menu option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loops: keep the application running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break: exit a menu case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Example: if the patient ID is valid, continue booking; otherwise, show an error.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587" y="1645920"/>
            <a:ext cx="4654293" cy="4297679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16314E"/>
                </a:solidFill>
                <a:latin typeface="Aptos Display"/>
              </a:defRPr>
            </a:pPr>
            <a:r>
              <a:rPr dirty="0"/>
              <a:t>MENU FLOW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1  Book Appointment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2  View Appointments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3  Search Patient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4  Manage Prescription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5  Medicine Tracking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6  Review / Feedback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0  Exit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The menu repeats after each operation so staff can complete several tasks in one session.</a:t>
            </a:r>
          </a:p>
        </p:txBody>
      </p:sp>
      <p:pic>
        <p:nvPicPr>
          <p:cNvPr id="9" name="Picture 8" descr="clinic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166360"/>
            <a:ext cx="822960" cy="8229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4434840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10000113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3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6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624840" y="1622425"/>
            <a:ext cx="5349240" cy="4434205"/>
          </a:xfrm>
          <a:prstGeom prst="roundRect">
            <a:avLst>
              <a:gd name="adj" fmla="val 17332"/>
            </a:avLst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008B8B"/>
                </a:solidFill>
                <a:latin typeface="Aptos Display"/>
              </a:defRPr>
            </a:pPr>
            <a:r>
              <a:t>CO 3 — METHODS &amp; ARRAYS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Methods divide the program into reusable tasks.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bookAppointment()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displayAppointments()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searchPatient()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calculateConsultationFee()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displayPrescription()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Arrays or lists can hold multiple appointment records and support traversal, searching and counting.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71567" y="1690688"/>
            <a:ext cx="5454445" cy="4297680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16314E"/>
                </a:solidFill>
                <a:latin typeface="Aptos Display"/>
              </a:defRPr>
            </a:pPr>
            <a:r>
              <a:t>WHY MODULAR DESIGN?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Easier to read and explain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Less repeated code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Each method has one clear responsibility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Simpler testing and debugging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Example: fee calculation is kept in its own method instead of placing all calculations inside main().</a:t>
            </a:r>
          </a:p>
        </p:txBody>
      </p:sp>
      <p:pic>
        <p:nvPicPr>
          <p:cNvPr id="9" name="Picture 8" descr="clinic_prescri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166360"/>
            <a:ext cx="822960" cy="8229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4434840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10000113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7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5029200" cy="4297680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008B8B"/>
                </a:solidFill>
                <a:latin typeface="Aptos Display"/>
              </a:defRPr>
            </a:pPr>
            <a:r>
              <a:t>CO 4 — OOP DESIGN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Suggested classes: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Patient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patientId, patientName, phone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Doctor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doctorName, specialization, fee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Appointment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appointmentId, patient, doctor, date, status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Prescription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prescriptionId, diagnosis, medicine, dosage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0" y="1691640"/>
            <a:ext cx="5029199" cy="4297680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16314E"/>
                </a:solidFill>
                <a:latin typeface="Aptos Display"/>
              </a:defRPr>
            </a:pPr>
            <a:r>
              <a:t>OOP CONCEPTS USED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Classes and objects model real clinic entities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Constructors initialize patient and appointment data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Encapsulation keeps fields organized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Method overloading can support different booking inputs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Inheritance / overriding can extend appointment types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try-catch can handle invalid input safely</a:t>
            </a:r>
          </a:p>
        </p:txBody>
      </p:sp>
      <p:pic>
        <p:nvPicPr>
          <p:cNvPr id="9" name="Picture 8" descr="clinic_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166360"/>
            <a:ext cx="822960" cy="8229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4434840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10000113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8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5029200" cy="4297680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008B8B"/>
                </a:solidFill>
                <a:latin typeface="Aptos Display"/>
              </a:defRPr>
            </a:pPr>
            <a:r>
              <a:t>CO 5 — STRINGS &amp; FILE I/O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String operations help validate and format records.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equals() for ID / choice comparison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trim() to remove extra spaces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toUpperCase() for names or labels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substring() to process text fields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File I/O can store and reload appointment and prescription records between program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67948" y="1825625"/>
            <a:ext cx="5441172" cy="3749265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16314E"/>
                </a:solidFill>
                <a:latin typeface="Aptos Display"/>
              </a:defRPr>
            </a:pPr>
            <a:r>
              <a:rPr dirty="0"/>
              <a:t>DATA HANDLING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rPr dirty="0"/>
              <a:t>Example record format: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rPr dirty="0"/>
              <a:t>Appointment ID: A101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rPr dirty="0"/>
              <a:t>Patient: Priya Sharma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rPr dirty="0"/>
              <a:t>Doctor: Dr. Rahul Sharma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rPr dirty="0"/>
              <a:t>Type: General Consultation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rPr dirty="0"/>
              <a:t>Fee: ₹500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rPr dirty="0"/>
              <a:t>Status: Booked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rPr dirty="0"/>
              <a:t>Records should be checked before saving and errors handled when a file is missing or unreadable.</a:t>
            </a:r>
          </a:p>
        </p:txBody>
      </p:sp>
      <p:pic>
        <p:nvPicPr>
          <p:cNvPr id="9" name="Picture 8" descr="clinic_medic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166360"/>
            <a:ext cx="822960" cy="8229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4434840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10000113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9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990600" y="1645920"/>
            <a:ext cx="5029200" cy="4297680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008B8B"/>
                </a:solidFill>
                <a:latin typeface="Aptos Display"/>
              </a:defRPr>
            </a:pPr>
            <a:r>
              <a:t>CO 6 — COLLECTIONS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Collections can manage changing numbers of records.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ArrayList&lt;Appointment&gt; stores appointments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HashMap&lt;String, Patient&gt; supports lookup by patient ID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for-each loops display records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Streams can filter appointments by doctor or status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Collections reduce the need to manage fixed-size arrays manually.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1568389"/>
            <a:ext cx="4983480" cy="4297680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16314E"/>
                </a:solidFill>
                <a:latin typeface="Aptos Display"/>
              </a:defRPr>
            </a:pPr>
            <a:r>
              <a:rPr dirty="0"/>
              <a:t>SAMPLE CLINIC DIRECTORY</a:t>
            </a:r>
          </a:p>
          <a:p>
            <a:pPr>
              <a:spcAft>
                <a:spcPts val="5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rPr dirty="0"/>
              <a:t>Dr. Rahul Sharma — General Physician — ₹500</a:t>
            </a:r>
          </a:p>
          <a:p>
            <a:pPr>
              <a:spcAft>
                <a:spcPts val="5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rPr dirty="0"/>
              <a:t>Dr. Priya Reddy — Dentist — ₹600</a:t>
            </a:r>
          </a:p>
          <a:p>
            <a:pPr>
              <a:spcAft>
                <a:spcPts val="5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rPr dirty="0"/>
              <a:t>Dr. Arjun Rao — Cardiologist — ₹800</a:t>
            </a:r>
          </a:p>
          <a:p>
            <a:pPr>
              <a:spcAft>
                <a:spcPts val="5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rPr dirty="0"/>
              <a:t>Dr. Sneha Kapoor — Dermatologist — ₹700</a:t>
            </a:r>
          </a:p>
          <a:p>
            <a:pPr>
              <a:spcAft>
                <a:spcPts val="5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rPr dirty="0"/>
              <a:t>Dr. Kiran Verma — Pediatrician — ₹600</a:t>
            </a:r>
          </a:p>
          <a:p>
            <a:pPr>
              <a:spcAft>
                <a:spcPts val="5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rPr dirty="0"/>
              <a:t>Dr. Ananya Mehta — Gynecologist — ₹700</a:t>
            </a:r>
          </a:p>
          <a:p>
            <a:pPr>
              <a:spcAft>
                <a:spcPts val="500"/>
              </a:spcAft>
              <a:defRPr sz="1500">
                <a:solidFill>
                  <a:srgbClr val="2D3741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rPr dirty="0"/>
              <a:t>Sample data for project demonstration.</a:t>
            </a:r>
          </a:p>
        </p:txBody>
      </p:sp>
      <p:pic>
        <p:nvPicPr>
          <p:cNvPr id="9" name="Picture 8" descr="clinic_clin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166360"/>
            <a:ext cx="822960" cy="8229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4434840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10000113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10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68680" y="1735932"/>
            <a:ext cx="4983480" cy="4114800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008B8B"/>
                </a:solidFill>
                <a:latin typeface="Aptos Display"/>
              </a:defRPr>
            </a:pPr>
            <a:r>
              <a:t>KEY OUTCOMES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Organizes appointments and patient information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Makes search and viewing operations simpler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Structures prescription information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Demonstrates Java fundamentals through a real-world use case</a:t>
            </a:r>
          </a:p>
          <a:p>
            <a:pPr>
              <a:spcAft>
                <a:spcPts val="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Encourages modular, maintainable program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4895" y="1735932"/>
            <a:ext cx="5074920" cy="4114800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16314E"/>
                </a:solidFill>
                <a:latin typeface="Aptos Display"/>
              </a:defRPr>
            </a:pPr>
            <a:r>
              <a:rPr dirty="0"/>
              <a:t>FUTURE ENHANCEMENTS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rPr dirty="0"/>
              <a:t>• Graphical user interface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rPr dirty="0"/>
              <a:t>• Database integration and secure login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rPr dirty="0"/>
              <a:t>• Appointment reminders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rPr dirty="0"/>
              <a:t>• Doctor availability calendar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rPr dirty="0"/>
              <a:t>• Prescription print/export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rPr dirty="0"/>
              <a:t>• Role-based access for staff and doctors</a:t>
            </a:r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rPr dirty="0"/>
              <a:t>Note: These are proposed improvements, not claimed completed features.</a:t>
            </a:r>
          </a:p>
        </p:txBody>
      </p:sp>
      <p:pic>
        <p:nvPicPr>
          <p:cNvPr id="9" name="Picture 8" descr="clinic_clin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166360"/>
            <a:ext cx="822960" cy="8229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4434840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10000113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 Shots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11</a:t>
            </a:r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Illustrative interface mockups — replace with screenshots of your running Java program.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320" y="1867136"/>
            <a:ext cx="4983480" cy="3566160"/>
          </a:xfrm>
          <a:prstGeom prst="roundRect">
            <a:avLst/>
          </a:prstGeom>
          <a:solidFill>
            <a:srgbClr val="1B2531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tlCol="0" anchor="ctr"/>
          <a:lstStyle/>
          <a:p>
            <a:pPr algn="ctr">
              <a:spcAft>
                <a:spcPts val="400"/>
              </a:spcAft>
              <a:defRPr sz="1500">
                <a:solidFill>
                  <a:srgbClr val="AAEBDC"/>
                </a:solidFill>
                <a:latin typeface="Consolas"/>
              </a:defRPr>
            </a:pPr>
            <a:r>
              <a:t>CLINIC APPOINTMENT MANAGER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--------------------------------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1. Book Appointment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2. View Appointments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3. Search Patient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4. Prescription Manager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5. Medicine Tracking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6. Feedback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0. Exit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Enter choice: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867136"/>
            <a:ext cx="4983480" cy="3566160"/>
          </a:xfrm>
          <a:prstGeom prst="roundRect">
            <a:avLst/>
          </a:prstGeom>
          <a:solidFill>
            <a:srgbClr val="EBF7F7"/>
          </a:solidFill>
          <a:ln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008B8B"/>
                </a:solidFill>
                <a:latin typeface="Aptos"/>
              </a:defRPr>
            </a:pPr>
            <a:r>
              <a:t>APPOINTMENT CONFIRMATION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Patient ID: P101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Patient: PRIYA SHARMA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Doctor: DR. RAHUL SHARMA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Type: General Consultation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Consultation Fee: ₹500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Status: BOOKED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 </a:t>
            </a:r>
          </a:p>
          <a:p>
            <a:pPr>
              <a:spcAft>
                <a:spcPts val="700"/>
              </a:spcAft>
              <a:defRPr sz="1400" b="0">
                <a:solidFill>
                  <a:srgbClr val="2D3741"/>
                </a:solidFill>
                <a:latin typeface="Aptos"/>
              </a:defRPr>
            </a:pPr>
            <a:r>
              <a:t>Prescription records can be viewed from the main menu.</a:t>
            </a:r>
          </a:p>
        </p:txBody>
      </p:sp>
      <p:pic>
        <p:nvPicPr>
          <p:cNvPr id="10" name="Picture 9" descr="clinic_stetho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166360"/>
            <a:ext cx="822960" cy="8229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4434840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10000113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000" b="0">
                <a:solidFill>
                  <a:srgbClr val="2D3741"/>
                </a:solidFill>
                <a:latin typeface="Aptos"/>
              </a:defRPr>
            </a:pPr>
            <a:r>
              <a:t>12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929640" y="1783080"/>
            <a:ext cx="4983480" cy="4206240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008B8B"/>
                </a:solidFill>
                <a:latin typeface="Aptos Display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073140" y="1884844"/>
            <a:ext cx="5074920" cy="2011680"/>
          </a:xfrm>
          <a:prstGeom prst="roundRect">
            <a:avLst/>
          </a:prstGeom>
          <a:solidFill>
            <a:srgbClr val="EBF7F7"/>
          </a:solidFill>
          <a:ln w="12700">
            <a:solidFill>
              <a:srgbClr val="CD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16314E"/>
                </a:solidFill>
                <a:latin typeface="Aptos Display"/>
              </a:defRPr>
            </a:pPr>
            <a:r>
              <a:rPr lang="en-IN" dirty="0"/>
              <a:t>https://github.com/vaishnavikolli471-png/JAVA-PROJECT-SEC-11-CLUSTER-3-PROJECT-8</a:t>
            </a:r>
            <a:endParaRPr dirty="0"/>
          </a:p>
        </p:txBody>
      </p:sp>
      <p:pic>
        <p:nvPicPr>
          <p:cNvPr id="10" name="Picture 9" descr="clinic_clin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166360"/>
            <a:ext cx="822960" cy="8229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4434840"/>
            <a:ext cx="475488" cy="475488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7184" y="4772578"/>
            <a:ext cx="658368" cy="6583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369F66E-7361-A7A8-E081-BFD83502361E}"/>
              </a:ext>
            </a:extLst>
          </p:cNvPr>
          <p:cNvSpPr txBox="1"/>
          <p:nvPr/>
        </p:nvSpPr>
        <p:spPr>
          <a:xfrm>
            <a:off x="1514168" y="2055813"/>
            <a:ext cx="410988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50000"/>
                  </a:schemeClr>
                </a:solidFill>
              </a:rPr>
              <a:t>GEO-TAGGED PROJECT PHOTO</a:t>
            </a:r>
          </a:p>
          <a:p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CEA0F1-547E-0630-4668-AA4AA80F99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8240" y="2556327"/>
            <a:ext cx="4186280" cy="31314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CD986DE-8246-90D5-2A23-3ED58B275D98}"/>
              </a:ext>
            </a:extLst>
          </p:cNvPr>
          <p:cNvSpPr txBox="1"/>
          <p:nvPr/>
        </p:nvSpPr>
        <p:spPr>
          <a:xfrm>
            <a:off x="6428331" y="1926892"/>
            <a:ext cx="38957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16314E"/>
                </a:solidFill>
                <a:latin typeface="Aptos Display"/>
              </a:defRPr>
            </a:pPr>
            <a:r>
              <a:rPr lang="en-IN"/>
              <a:t>GITHUB REPOSITORY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AB1D8E-A878-C70B-810E-733F987EB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16-10-2026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31343E-416D-6D1C-D5D1-7FC9137AF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13</a:t>
            </a:fld>
            <a:endParaRPr lang="en-IN"/>
          </a:p>
        </p:txBody>
      </p:sp>
      <p:pic>
        <p:nvPicPr>
          <p:cNvPr id="5" name="Picture 4" descr="Healthcare Center PowerPoint and Google Slides- SlideKit">
            <a:extLst>
              <a:ext uri="{FF2B5EF4-FFF2-40B4-BE49-F238E27FC236}">
                <a16:creationId xmlns:a16="http://schemas.microsoft.com/office/drawing/2014/main" id="{36D3C2B5-11DE-711F-2BB1-90187BD61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C5188E-1F49-C1B8-BE70-8628346F3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040" y="3827567"/>
            <a:ext cx="3215919" cy="2057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43FFBAA-F645-5627-09AC-F4344D5957B6}"/>
                  </a:ext>
                </a:extLst>
              </p14:cNvPr>
              <p14:cNvContentPartPr/>
              <p14:nvPr/>
            </p14:nvContentPartPr>
            <p14:xfrm>
              <a:off x="10066297" y="22212"/>
              <a:ext cx="2099520" cy="20995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43FFBAA-F645-5627-09AC-F4344D5957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12297" y="-85788"/>
                <a:ext cx="2207160" cy="231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99D3132-11A3-AD3C-4639-120654EE589E}"/>
                  </a:ext>
                </a:extLst>
              </p14:cNvPr>
              <p14:cNvContentPartPr/>
              <p14:nvPr/>
            </p14:nvContentPartPr>
            <p14:xfrm>
              <a:off x="81697" y="5012172"/>
              <a:ext cx="1750680" cy="17506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99D3132-11A3-AD3C-4639-120654EE589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057" y="4904532"/>
                <a:ext cx="1858320" cy="19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217BE52-C98A-4292-4EBC-1433FD52402E}"/>
                  </a:ext>
                </a:extLst>
              </p14:cNvPr>
              <p14:cNvContentPartPr/>
              <p14:nvPr/>
            </p14:nvContentPartPr>
            <p14:xfrm>
              <a:off x="32017" y="5739372"/>
              <a:ext cx="1144440" cy="11444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217BE52-C98A-4292-4EBC-1433FD52402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21983" y="5631372"/>
                <a:ext cx="1252080" cy="13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23A463A-A31E-9B34-5DAB-A6CE9CA92779}"/>
                  </a:ext>
                </a:extLst>
              </p14:cNvPr>
              <p14:cNvContentPartPr/>
              <p14:nvPr/>
            </p14:nvContentPartPr>
            <p14:xfrm>
              <a:off x="10219657" y="-640548"/>
              <a:ext cx="1997280" cy="19972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23A463A-A31E-9B34-5DAB-A6CE9CA9277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65657" y="-748548"/>
                <a:ext cx="2104920" cy="22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6F7175B-A7BA-0EBE-D2E5-5BC79C0EB19F}"/>
                  </a:ext>
                </a:extLst>
              </p14:cNvPr>
              <p14:cNvContentPartPr/>
              <p14:nvPr/>
            </p14:nvContentPartPr>
            <p14:xfrm>
              <a:off x="10276537" y="-564228"/>
              <a:ext cx="2178360" cy="2178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6F7175B-A7BA-0EBE-D2E5-5BC79C0EB19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222537" y="-671868"/>
                <a:ext cx="2286000" cy="239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F7AB5FC-A311-3362-83B3-0092A21F5AB5}"/>
                  </a:ext>
                </a:extLst>
              </p14:cNvPr>
              <p14:cNvContentPartPr/>
              <p14:nvPr/>
            </p14:nvContentPartPr>
            <p14:xfrm>
              <a:off x="-66263" y="5621292"/>
              <a:ext cx="1434240" cy="14342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F7AB5FC-A311-3362-83B3-0092A21F5AB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-120263" y="5513292"/>
                <a:ext cx="1541880" cy="164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567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1034</Words>
  <Application>Microsoft Office PowerPoint</Application>
  <PresentationFormat>Widescreen</PresentationFormat>
  <Paragraphs>228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CLINIC APPOINTMENTS &amp; PRESCRIPTION MANAGER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kollivaishnavi49@outlook.com</cp:lastModifiedBy>
  <cp:revision>3</cp:revision>
  <dcterms:created xsi:type="dcterms:W3CDTF">2026-09-15T09:57:10Z</dcterms:created>
  <dcterms:modified xsi:type="dcterms:W3CDTF">2026-10-16T06:30:47Z</dcterms:modified>
</cp:coreProperties>
</file>